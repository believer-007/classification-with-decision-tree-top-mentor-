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</p:sldIdLst>
  <p:sldSz cx="9144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half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itle 1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 iPhone Purchase Prediction (Decision Tree)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Objective</a:t>
            </a:r>
          </a:p>
        </p:txBody>
      </p:sp>
      <p:sp>
        <p:nvSpPr>
          <p:cNvPr id="97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Predict purchase likelihood based on Gender, Age, Salary</a:t>
            </a:r>
          </a:p>
          <a:p>
            <a:pPr/>
            <a:r>
              <a:t>Provide business insights for targeted marketing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Solution Approach</a:t>
            </a:r>
          </a:p>
        </p:txBody>
      </p:sp>
      <p:sp>
        <p:nvSpPr>
          <p:cNvPr id="100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Preprocessing &amp; encoding</a:t>
            </a:r>
          </a:p>
          <a:p>
            <a:pPr/>
            <a:r>
              <a:t>Decision Tree classifier</a:t>
            </a:r>
          </a:p>
          <a:p>
            <a:pPr/>
            <a:r>
              <a:t>Evaluation and business inference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Model Results</a:t>
            </a:r>
          </a:p>
        </p:txBody>
      </p:sp>
      <p:sp>
        <p:nvSpPr>
          <p:cNvPr id="103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marL="171873" indent="-171873">
              <a:spcBef>
                <a:spcPts val="600"/>
              </a:spcBef>
              <a:buFont typeface="Times New Roman"/>
              <a:buChar char="-"/>
            </a:pPr>
            <a:r>
              <a:t>Accuracy score : 0.91</a:t>
            </a:r>
          </a:p>
          <a:p>
            <a:pPr marL="171873" indent="-171873">
              <a:spcBef>
                <a:spcPts val="600"/>
              </a:spcBef>
              <a:buFont typeface="Times New Roman"/>
              <a:buChar char="-"/>
            </a:pPr>
            <a:r>
              <a:t>The Confusion matrix of the model is</a:t>
            </a:r>
          </a:p>
          <a:p>
            <a:pPr marL="0" indent="0">
              <a:spcBef>
                <a:spcPts val="600"/>
              </a:spcBef>
              <a:buSzTx/>
              <a:buFontTx/>
              <a:buNone/>
            </a:pP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					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[[62  6]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indent="0">
              <a:spcBef>
                <a:spcPts val="600"/>
              </a:spcBef>
              <a:buSzTx/>
              <a:buFontTx/>
              <a:buNone/>
            </a:pP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					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[ 3 29]]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